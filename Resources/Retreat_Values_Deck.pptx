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96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50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93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0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771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514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1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2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43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11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632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038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4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725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533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952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18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35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Our Values &amp; How We Choose to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Retreat Conversation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Arriving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30331" y="2717076"/>
            <a:ext cx="3283335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i="1" dirty="0"/>
              <a:t>Before we begin, we pause.</a:t>
            </a:r>
            <a:endParaRPr lang="en-SG" sz="2800" i="1" dirty="0"/>
          </a:p>
          <a:p>
            <a:pPr algn="ctr"/>
            <a:endParaRPr sz="2800" i="1" dirty="0"/>
          </a:p>
          <a:p>
            <a:pPr algn="ctr"/>
            <a:r>
              <a:rPr sz="2000" dirty="0"/>
              <a:t>To arrive fully,</a:t>
            </a:r>
          </a:p>
          <a:p>
            <a:pPr algn="ctr"/>
            <a:r>
              <a:rPr sz="2000" dirty="0"/>
              <a:t>and to set aside urgency.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Guiding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9218" y="2712719"/>
            <a:ext cx="588556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i="1" dirty="0"/>
              <a:t>We optimize for longevity, not burnout.</a:t>
            </a:r>
          </a:p>
          <a:p>
            <a:endParaRPr sz="3200" i="1" dirty="0"/>
          </a:p>
          <a:p>
            <a:r>
              <a:rPr sz="2400" dirty="0"/>
              <a:t>We work with skill and intensity,</a:t>
            </a:r>
          </a:p>
          <a:p>
            <a:r>
              <a:rPr sz="2400" dirty="0"/>
              <a:t>rest with intention,</a:t>
            </a:r>
          </a:p>
          <a:p>
            <a:r>
              <a:rPr sz="2400" dirty="0"/>
              <a:t>and stay grounded in purpose.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Sustainable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/>
              <a:t>Excellence is built on sustainable human rhythms</a:t>
            </a:r>
          </a:p>
          <a:p>
            <a:r>
              <a:rPr sz="2200" dirty="0"/>
              <a:t>Physical, mental, relational, and spiritual </a:t>
            </a:r>
            <a:r>
              <a:rPr dirty="0"/>
              <a:t>well-being</a:t>
            </a:r>
            <a:endParaRPr sz="2200" dirty="0"/>
          </a:p>
          <a:p>
            <a:r>
              <a:rPr sz="2200" dirty="0"/>
              <a:t>Impact comes from clarity and presence—not exhaustion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Intentionally Prioritize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Rest, recovery, and reflection</a:t>
            </a:r>
          </a:p>
          <a:p>
            <a:r>
              <a:rPr dirty="0"/>
              <a:t>Physical health and movement</a:t>
            </a:r>
          </a:p>
          <a:p>
            <a:r>
              <a:rPr dirty="0"/>
              <a:t>Family, friends, and community</a:t>
            </a:r>
          </a:p>
          <a:p>
            <a:r>
              <a:rPr dirty="0"/>
              <a:t>Spiritual grounding and inner alignment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Choose to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Sustainable pace as the default</a:t>
            </a:r>
          </a:p>
          <a:p>
            <a:r>
              <a:rPr dirty="0"/>
              <a:t>Boundaries that protect energy and integrity</a:t>
            </a:r>
          </a:p>
          <a:p>
            <a:r>
              <a:rPr dirty="0"/>
              <a:t>Scope adjusts before well-being does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Wisdom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Discipline: knowing when to push and pause</a:t>
            </a:r>
          </a:p>
          <a:p>
            <a:r>
              <a:rPr dirty="0"/>
              <a:t>Resilience: learning and recovering</a:t>
            </a:r>
          </a:p>
          <a:p>
            <a:r>
              <a:rPr dirty="0"/>
              <a:t>Adaptability: adjusting pace and priorities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&amp; Stewardship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Wisdom across generations</a:t>
            </a:r>
          </a:p>
          <a:p>
            <a:r>
              <a:rPr dirty="0"/>
              <a:t>Mentorship and teaching as core work</a:t>
            </a:r>
          </a:p>
          <a:p>
            <a:r>
              <a:rPr dirty="0"/>
              <a:t>AI serves human judgment and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Measure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Quality and integrity of outcomes</a:t>
            </a:r>
          </a:p>
          <a:p>
            <a:r>
              <a:rPr dirty="0"/>
              <a:t>Health of people and relationships</a:t>
            </a:r>
          </a:p>
          <a:p>
            <a:r>
              <a:rPr dirty="0"/>
              <a:t>Continuity of contribution over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Carrying This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5279" y="2684417"/>
            <a:ext cx="3433440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i="1" dirty="0"/>
              <a:t>What stood out to you?</a:t>
            </a:r>
          </a:p>
          <a:p>
            <a:pPr algn="ctr"/>
            <a:endParaRPr sz="2800" i="1" dirty="0"/>
          </a:p>
          <a:p>
            <a:pPr algn="ctr"/>
            <a:r>
              <a:rPr sz="2000" dirty="0"/>
              <a:t>What do you want to carry</a:t>
            </a:r>
          </a:p>
          <a:p>
            <a:pPr algn="ctr"/>
            <a:r>
              <a:rPr sz="2000" dirty="0"/>
              <a:t>into the way you live and work?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213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Our Values &amp; How We Choose to Work</vt:lpstr>
      <vt:lpstr>Arriving Together</vt:lpstr>
      <vt:lpstr>Our Guiding Principle</vt:lpstr>
      <vt:lpstr>Sustainable Excellence</vt:lpstr>
      <vt:lpstr>What We Intentionally Prioritize</vt:lpstr>
      <vt:lpstr>How We Choose to Work</vt:lpstr>
      <vt:lpstr>Wisdom in Practice</vt:lpstr>
      <vt:lpstr>Collaboration &amp; Stewardship</vt:lpstr>
      <vt:lpstr>How We Measure Success</vt:lpstr>
      <vt:lpstr>Carrying This Forward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Sean</cp:lastModifiedBy>
  <cp:revision>2</cp:revision>
  <dcterms:created xsi:type="dcterms:W3CDTF">2013-01-27T09:14:16Z</dcterms:created>
  <dcterms:modified xsi:type="dcterms:W3CDTF">2025-12-15T01:41:00Z</dcterms:modified>
  <cp:category/>
</cp:coreProperties>
</file>